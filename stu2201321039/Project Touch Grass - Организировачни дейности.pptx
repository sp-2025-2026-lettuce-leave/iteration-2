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font" Target="fonts/Roboto-regular.fntdata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2d28e2d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92d28e2d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2d28e2d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92d28e2d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bg" sz="3600"/>
              <a:t>Project Touch Grass -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bg" sz="2000"/>
              <a:t>Основни технологии за тестване</a:t>
            </a:r>
            <a:endParaRPr sz="2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bg">
                <a:latin typeface="Roboto"/>
                <a:ea typeface="Roboto"/>
                <a:cs typeface="Roboto"/>
                <a:sym typeface="Roboto"/>
              </a:rPr>
              <a:t>изготвил: Момчил Симеонов (2201321039)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bg">
                <a:latin typeface="Roboto"/>
                <a:ea typeface="Roboto"/>
                <a:cs typeface="Roboto"/>
                <a:sym typeface="Roboto"/>
              </a:rPr>
              <a:t>Екип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bg" sz="1600">
                <a:latin typeface="Roboto"/>
                <a:ea typeface="Roboto"/>
                <a:cs typeface="Roboto"/>
                <a:sym typeface="Roboto"/>
              </a:rPr>
              <a:t>Developer 1 - Никола Гочев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bg" sz="1600">
                <a:latin typeface="Roboto"/>
                <a:ea typeface="Roboto"/>
                <a:cs typeface="Roboto"/>
                <a:sym typeface="Roboto"/>
              </a:rPr>
              <a:t>Developer 2 - Васил Чушев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bg" sz="1600">
                <a:latin typeface="Roboto"/>
                <a:ea typeface="Roboto"/>
                <a:cs typeface="Roboto"/>
                <a:sym typeface="Roboto"/>
              </a:rPr>
              <a:t>QA - Стоил Плачков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bg" sz="1600">
                <a:latin typeface="Roboto"/>
                <a:ea typeface="Roboto"/>
                <a:cs typeface="Roboto"/>
                <a:sym typeface="Roboto"/>
              </a:rPr>
              <a:t>Project Manager - Момчил Симеонов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bg" sz="1600">
                <a:latin typeface="Roboto"/>
                <a:ea typeface="Roboto"/>
                <a:cs typeface="Roboto"/>
                <a:sym typeface="Roboto"/>
              </a:rPr>
              <a:t>Project Owner - Васил Николов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bg">
                <a:latin typeface="Roboto"/>
                <a:ea typeface="Roboto"/>
                <a:cs typeface="Roboto"/>
                <a:sym typeface="Roboto"/>
              </a:rPr>
              <a:t>Въведение в проекта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77"/>
              <a:buNone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Името на проекта е: “Touch Grass”. То е Desktop приложение изработено с Java &amp; Swing, целта на което е геймицирано приложение което мотивира потребителите да бъдат по физически активни. Стойността се 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изразява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 в подобряване на навиците на хората чрез игровите механики. Очакваният срок за 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изпълнение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 е 6 седмици разделени на 3 спринта поради използването на методологията Agile (Scrum). В края на които очакваме: Работещо приложение + документация + презентация + демо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bg" sz="3500">
                <a:latin typeface="Roboto"/>
                <a:ea typeface="Roboto"/>
                <a:cs typeface="Roboto"/>
                <a:sym typeface="Roboto"/>
              </a:rPr>
              <a:t>Jira</a:t>
            </a:r>
            <a:endParaRPr sz="3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725" y="1139725"/>
            <a:ext cx="6502267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bg">
                <a:latin typeface="Roboto"/>
                <a:ea typeface="Roboto"/>
                <a:cs typeface="Roboto"/>
                <a:sym typeface="Roboto"/>
              </a:rPr>
              <a:t>Разпределение на ресурсите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512400" y="1384375"/>
            <a:ext cx="40596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Product Owner (PO) | Натоварване: 60% | 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Отговорности</a:t>
            </a:r>
            <a:r>
              <a:rPr lang="bg" sz="180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Дефинира и приоритизира Product Backlog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Формулира user stories и acceptance criteria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Приема завършените функционалности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Участва в sprint review и финалното демо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Project Manager | Натоварване: 100% | Отговорности: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Планира проекта и спринтовете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Настройва и поддържа Jira проекта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Разпределя задачите и следи напредъка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Управлява рискове и срокове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0003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bg" sz="1800">
                <a:latin typeface="Roboto"/>
                <a:ea typeface="Roboto"/>
                <a:cs typeface="Roboto"/>
                <a:sym typeface="Roboto"/>
              </a:rPr>
              <a:t>Подготвя документация и презентация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>
            <p:ph idx="2" type="body"/>
          </p:nvPr>
        </p:nvSpPr>
        <p:spPr>
          <a:xfrm>
            <a:off x="4358325" y="1384375"/>
            <a:ext cx="4616100" cy="37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402" lvl="0" marL="4572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●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Developer 1 | Натоварване: 100% | Отговорности: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Разработва потребителския интерфейс със Swing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Имплементира навигация и UI логика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Оправя</a:t>
            </a:r>
            <a:r>
              <a:rPr lang="bg" sz="1115">
                <a:latin typeface="Roboto"/>
                <a:ea typeface="Roboto"/>
                <a:cs typeface="Roboto"/>
                <a:sym typeface="Roboto"/>
              </a:rPr>
              <a:t> UI дефекти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0" marL="4572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●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Developer 2 | Натоварване: 100% | Отговорности: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Имплементира бизнес логиката (мисии, XP, нива)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Реализира локалното запазване на данни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Поддържа архитектурата на приложението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Отстранява логически дефекти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0" marL="4572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●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QA | Натоварване: ~50% | Отговорности: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Изготвя тестови сценарии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Провежда ръчно тестване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Докладва дефекти в Jira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Проверява Definition of Done 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  <a:p>
            <a:pPr indent="-299402" lvl="1" marL="914400" rtl="0" algn="l">
              <a:spcBef>
                <a:spcPts val="0"/>
              </a:spcBef>
              <a:spcAft>
                <a:spcPts val="0"/>
              </a:spcAft>
              <a:buSzPts val="1115"/>
              <a:buFont typeface="Roboto"/>
              <a:buChar char="○"/>
            </a:pPr>
            <a:r>
              <a:rPr lang="bg" sz="1115">
                <a:latin typeface="Roboto"/>
                <a:ea typeface="Roboto"/>
                <a:cs typeface="Roboto"/>
                <a:sym typeface="Roboto"/>
              </a:rPr>
              <a:t>Участва в подготовката на демо</a:t>
            </a:r>
            <a:endParaRPr sz="1115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