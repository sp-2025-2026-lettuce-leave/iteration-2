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9144000" cy="5143500"/>
  <p:notesSz cx="6858000" cy="9144000"/>
  <p:embeddedFontLst>
    <p:embeddedFont>
      <p:font typeface="Montserrat"/>
      <p:regular r:id="rId11"/>
    </p:embeddedFont>
    <p:embeddedFont>
      <p:font typeface="Lato" panose="020F0502020204030203"/>
      <p:regular r:id="rId12"/>
    </p:embeddedFont>
    <p:embeddedFont>
      <p:font typeface="Roboto" panose="0200000000000000000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955e69620_0_1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b955e6962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955e69620_0_1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955e69620_0_1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03" name="Google Shape;103;p10"/>
          <p:cNvSpPr txBox="1"/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25" name="Google Shape;125;p11"/>
          <p:cNvSpPr txBox="1"/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 panose="020F0502020204030203"/>
              <a:buChar char="●"/>
              <a:defRPr sz="13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6950" y="1376045"/>
            <a:ext cx="5165090" cy="15786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Project Touch Grass -</a:t>
            </a: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bg-BG" sz="2700"/>
              <a:t>Бизнес модел и развитие</a:t>
            </a:r>
            <a:endParaRPr lang="bg-BG" sz="2700"/>
          </a:p>
        </p:txBody>
      </p:sp>
      <p:sp>
        <p:nvSpPr>
          <p:cNvPr id="135" name="Google Shape;135;p13"/>
          <p:cNvSpPr txBox="1"/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изготвил: </a:t>
            </a:r>
            <a:r>
              <a:rPr lang="bg-BG" altLang="en-US"/>
              <a:t>Васил Николов</a:t>
            </a:r>
            <a:r>
              <a:rPr lang="en-US"/>
              <a:t> (220132103</a:t>
            </a:r>
            <a:r>
              <a:rPr lang="bg-BG" altLang="en-US"/>
              <a:t>8</a:t>
            </a:r>
            <a:r>
              <a:rPr lang="en-US"/>
              <a:t>)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Екип</a:t>
            </a:r>
            <a:endParaRPr lang="en-US"/>
          </a:p>
        </p:txBody>
      </p:sp>
      <p:sp>
        <p:nvSpPr>
          <p:cNvPr id="141" name="Google Shape;141;p14"/>
          <p:cNvSpPr txBox="1"/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Developer 1 - Никола Гочев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Developer 2 - Васил Чушев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QA - Стоил Плачков 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Project Manager - Момчил Симеонов</a:t>
            </a: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/>
              <a:t>Project Owner - Васил Николов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51821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altLang="en-US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Развитие на проекта - три итерации</a:t>
            </a:r>
            <a:endParaRPr lang="bg-BG" altLang="en-US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7" name="Google Shape;147;p15"/>
          <p:cNvSpPr txBox="1"/>
          <p:nvPr>
            <p:ph type="body" idx="1"/>
          </p:nvPr>
        </p:nvSpPr>
        <p:spPr>
          <a:xfrm>
            <a:off x="1297305" y="1308100"/>
            <a:ext cx="7038975" cy="33229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7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1. </a:t>
            </a:r>
            <a:r>
              <a:rPr lang="bg-BG" alt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Итерация 1: Настолно приложение</a:t>
            </a:r>
            <a:endParaRPr sz="18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alt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Всички основни функционалности</a:t>
            </a:r>
            <a:endParaRPr lang="bg-BG" altLang="en-US"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alt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Първа работеща версия</a:t>
            </a:r>
            <a:endParaRPr lang="bg-BG" altLang="en-US"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16002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2. И</a:t>
            </a:r>
            <a:r>
              <a:rPr lang="bg-BG" alt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терация 2: Мобилно приложение</a:t>
            </a:r>
            <a:endParaRPr sz="18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alt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Пълна интеграция на мобилно приложение с добавени </a:t>
            </a:r>
            <a:r>
              <a:rPr lang="en-US" alt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GPS </a:t>
            </a:r>
            <a:r>
              <a:rPr lang="bg-BG" alt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функции, нотификации и др.</a:t>
            </a:r>
            <a:endParaRPr lang="bg-BG" altLang="en-US"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Улеснени верификация на постижения и получаване на награди</a:t>
            </a:r>
            <a:endParaRPr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Прогрес: Коректно начисляване на точки и автоматично вдигане на ниво при достигане на прага.</a:t>
            </a:r>
            <a:endParaRPr lang="en-US"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16002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3. </a:t>
            </a:r>
            <a:r>
              <a:rPr lang="bg-BG" alt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Итерация 3: Фокус върху социализиране и оптимизации</a:t>
            </a:r>
            <a:endParaRPr sz="18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sz="137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Комуникация между потребители, създавене на отбори за споделени предизвикателства и постижения</a:t>
            </a:r>
            <a:endParaRPr lang="bg-BG" sz="137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sz="1370"/>
              <a:t>Локализация спрямо език и регион</a:t>
            </a:r>
            <a:endParaRPr lang="bg-BG" sz="1370"/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sz="1370"/>
              <a:t>Връзка със </a:t>
            </a:r>
            <a:r>
              <a:rPr lang="en-US" altLang="bg-BG" sz="1370"/>
              <a:t>Smart </a:t>
            </a:r>
            <a:r>
              <a:rPr lang="bg-BG" altLang="bg-BG" sz="1370"/>
              <a:t>часовник</a:t>
            </a:r>
            <a:endParaRPr lang="bg-BG" altLang="bg-BG" sz="137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bg-BG"/>
              <a:t>Бизнес модел</a:t>
            </a:r>
            <a:endParaRPr lang="bg-BG"/>
          </a:p>
        </p:txBody>
      </p:sp>
      <p:sp>
        <p:nvSpPr>
          <p:cNvPr id="147" name="Google Shape;147;p15"/>
          <p:cNvSpPr txBox="1"/>
          <p:nvPr/>
        </p:nvSpPr>
        <p:spPr>
          <a:xfrm>
            <a:off x="1297305" y="1308100"/>
            <a:ext cx="7038975" cy="333819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 panose="020F0502020204030203"/>
              <a:buChar char="●"/>
              <a:defRPr sz="13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●"/>
              <a:defRPr sz="11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○"/>
              <a:defRPr sz="11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 panose="020F0502020204030203"/>
              <a:buChar char="■"/>
              <a:defRPr sz="1100" b="0" i="0" u="none" strike="noStrike" cap="none">
                <a:solidFill>
                  <a:schemeClr val="l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1. </a:t>
            </a:r>
            <a:r>
              <a:rPr lang="bg-BG" alt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Приложението е безплатно</a:t>
            </a:r>
            <a:endParaRPr sz="18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alt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Всички функционалности на приложението за безплатни за използване с цел бързо набиране на потребители и популяризиране</a:t>
            </a:r>
            <a:endParaRPr lang="bg-BG" altLang="en-US"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16002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2. </a:t>
            </a:r>
            <a:r>
              <a:rPr lang="bg-BG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Спонсори</a:t>
            </a:r>
            <a:endParaRPr sz="18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alt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Основен доход за приложението</a:t>
            </a:r>
            <a:endParaRPr lang="bg-BG" altLang="en-US"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bg-BG" altLang="en-US" sz="14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Партньорства с магазини, събития, организации. Специални мисии обвързани с нашите спонсори, които увеличават интереса към тях.</a:t>
            </a:r>
            <a:endParaRPr lang="en-US"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160020" lvl="0" indent="0" algn="l" rtl="0">
              <a:spcBef>
                <a:spcPts val="0"/>
              </a:spcBef>
              <a:spcAft>
                <a:spcPts val="0"/>
              </a:spcAft>
              <a:buSzPct val="100000"/>
              <a:buNone/>
            </a:pPr>
            <a:endParaRPr sz="14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3. </a:t>
            </a:r>
            <a:r>
              <a:rPr lang="bg-BG" altLang="en-US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Финансиране и Европроекти</a:t>
            </a:r>
            <a:endParaRPr sz="18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331470" lvl="0" indent="-171450" algn="l" rtl="0"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en-US" altLang="en-US" sz="1370"/>
              <a:t>Проектът ни поставя акцент върху физическата активност на открито и социал</a:t>
            </a:r>
            <a:r>
              <a:rPr lang="bg-BG" altLang="en-US" sz="1370"/>
              <a:t>изацията</a:t>
            </a:r>
            <a:r>
              <a:rPr lang="en-US" altLang="en-US" sz="1370"/>
              <a:t>. Тъй като тези аспекти са ключови за общественото здраве, планираме да кандидатстваме по здравни програми</a:t>
            </a:r>
            <a:r>
              <a:rPr lang="bg-BG" altLang="en-US" sz="1370"/>
              <a:t> с цел допълнително</a:t>
            </a:r>
            <a:r>
              <a:rPr lang="en-US" altLang="en-US" sz="1370"/>
              <a:t> финансиране.</a:t>
            </a:r>
            <a:endParaRPr lang="en-US" altLang="en-US" sz="137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1374</Words>
  <Application>WPS Presentation</Application>
  <PresentationFormat/>
  <Paragraphs>41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SimSun</vt:lpstr>
      <vt:lpstr>Wingdings</vt:lpstr>
      <vt:lpstr>Arial</vt:lpstr>
      <vt:lpstr>Montserrat</vt:lpstr>
      <vt:lpstr>Lato</vt:lpstr>
      <vt:lpstr>Roboto</vt:lpstr>
      <vt:lpstr>Microsoft YaHei</vt:lpstr>
      <vt:lpstr>Arial Unicode MS</vt:lpstr>
      <vt:lpstr>Focus</vt:lpstr>
      <vt:lpstr>Основни технологии за тестване</vt:lpstr>
      <vt:lpstr>Екип</vt:lpstr>
      <vt:lpstr>Функционалности за тестване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Touch Grass -Бизнес модел и развитие</dc:title>
  <dc:creator/>
  <cp:lastModifiedBy>User</cp:lastModifiedBy>
  <cp:revision>1</cp:revision>
  <dcterms:created xsi:type="dcterms:W3CDTF">2026-01-20T19:33:51Z</dcterms:created>
  <dcterms:modified xsi:type="dcterms:W3CDTF">2026-01-20T19:33:51Z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CC57BC024398400EAE737F103C572727_13</vt:lpwstr>
  </property>
  <property fmtid="{D5CDD505-2E9C-101B-9397-08002B2CF9AE}" pid="3" name="KSOProductBuildVer">
    <vt:lpwstr>1033-12.2.0.23196</vt:lpwstr>
  </property>
</Properties>
</file>