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92d8eea35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92d8eea35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988069b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988069b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92d8eea35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92d8eea35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93257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Project TouchGrass - Език за програмиране и технологии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изготвил: Никола Гочев (2201321078)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Екип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bg" sz="2400"/>
              <a:t>Developer 1 - Никола Гочев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bg" sz="2400"/>
              <a:t>Developer 2 - Васил Чушев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bg" sz="2400"/>
              <a:t>QA - Стоил Плачков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bg" sz="2400"/>
              <a:t>Project Manager - Момчил Симеонов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bg" sz="2400"/>
              <a:t>Project Owner - Васил Николов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Език за програмиране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5428200" cy="26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bg" sz="1700"/>
              <a:t>Java -  обектно-ориентиран, широко използван програмен език, който е известен със своята стабилност, сигурност и преносимост. Разполага с богата стандартна библиотека и силна общност, което улеснява разработката на по-сложни системи</a:t>
            </a:r>
            <a:endParaRPr sz="1700"/>
          </a:p>
        </p:txBody>
      </p:sp>
      <p:pic>
        <p:nvPicPr>
          <p:cNvPr id="148" name="Google Shape;14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4295" y="1399375"/>
            <a:ext cx="1423575" cy="264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Технологии</a:t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421025" y="1636750"/>
            <a:ext cx="4978500" cy="29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bg" sz="1700"/>
              <a:t>Swing - библиотека за създаване на графичен потребителски интерфейс (GUI) за Java приложения.</a:t>
            </a:r>
            <a:r>
              <a:rPr lang="bg" sz="1700"/>
              <a:t> Предоставя  готови компоненти като бутони, таблици, форми и прозорци.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55" name="Google Shape;1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6372" y="1692463"/>
            <a:ext cx="2959900" cy="175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