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57bac6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57bac6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07dabae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907dabae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907dabae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907dabae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907dabae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907dabae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Основна архитектура на Project Touch Grass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Изготвил: Васил Чушев № 2201321011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Екип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Developer 1 - Никола Гочев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Developer 2 - Васил Чушев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QA - Стоил Плачков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Project Manager - Момчил Симеонов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Project Owner - Васил Николов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Основна архитектура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2258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UI (Front-end)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Бизнес логика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База-данни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325" y="1460250"/>
            <a:ext cx="3976277" cy="22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068913" y="393750"/>
            <a:ext cx="3144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Use case </a:t>
            </a:r>
            <a:r>
              <a:rPr lang="bg"/>
              <a:t>диаграма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00" y="1362850"/>
            <a:ext cx="3920024" cy="31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>
            <p:ph type="title"/>
          </p:nvPr>
        </p:nvSpPr>
        <p:spPr>
          <a:xfrm>
            <a:off x="5430875" y="393750"/>
            <a:ext cx="3020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Activity диаграма</a:t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396" y="1362850"/>
            <a:ext cx="4261366" cy="316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Class диаграма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4238" y="1307850"/>
            <a:ext cx="4375530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